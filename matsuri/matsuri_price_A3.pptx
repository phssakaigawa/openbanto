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00" cy="15120000"/>
  <p:notesSz cx="1512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1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outer"/>
          <p:cNvSpPr/>
          <p:nvPr/>
        </p:nvSpPr>
        <p:spPr>
          <a:xfrm>
            <a:off x="324000" y="324000"/>
            <a:ext cx="10044000" cy="14472000"/>
          </a:xfrm>
          <a:prstGeom prst="roundRect">
            <a:avLst>
              <a:gd name="adj" fmla="val 4301"/>
            </a:avLst>
          </a:prstGeom>
          <a:ln w="107950">
            <a:solidFill>
              <a:srgbClr val="E8483B"/>
            </a:solidFill>
            <a:prstDash val="solid"/>
          </a:ln>
        </p:spPr>
      </p:sp>
      <p:sp>
        <p:nvSpPr>
          <p:cNvPr id="3" name="Frame inner"/>
          <p:cNvSpPr/>
          <p:nvPr/>
        </p:nvSpPr>
        <p:spPr>
          <a:xfrm>
            <a:off x="504000" y="504000"/>
            <a:ext cx="9684000" cy="14112000"/>
          </a:xfrm>
          <a:prstGeom prst="roundRect">
            <a:avLst>
              <a:gd name="adj" fmla="val 2974"/>
            </a:avLst>
          </a:prstGeom>
          <a:ln w="31750">
            <a:solidFill>
              <a:srgbClr val="F6A623"/>
            </a:solidFill>
            <a:prstDash val="solid"/>
          </a:ln>
        </p:spPr>
      </p:sp>
      <p:sp>
        <p:nvSpPr>
          <p:cNvPr id="4" name="Bunting rope"/>
          <p:cNvSpPr/>
          <p:nvPr/>
        </p:nvSpPr>
        <p:spPr>
          <a:xfrm>
            <a:off x="720000" y="432000"/>
            <a:ext cx="9252000" cy="540000"/>
          </a:xfrm>
          <a:custGeom>
            <a:avLst/>
            <a:gdLst/>
            <a:ahLst/>
            <a:cxnLst/>
            <a:rect l="l" t="t" r="r" b="b"/>
            <a:pathLst>
              <a:path w="9252000" h="540000">
                <a:moveTo>
                  <a:pt x="0" y="0"/>
                </a:moveTo>
                <a:lnTo>
                  <a:pt x="462600" y="102600"/>
                </a:lnTo>
                <a:lnTo>
                  <a:pt x="925200" y="194400"/>
                </a:lnTo>
                <a:lnTo>
                  <a:pt x="1387800" y="275400"/>
                </a:lnTo>
                <a:lnTo>
                  <a:pt x="1850400" y="345600"/>
                </a:lnTo>
                <a:lnTo>
                  <a:pt x="2313000" y="405000"/>
                </a:lnTo>
                <a:lnTo>
                  <a:pt x="2775600" y="453600"/>
                </a:lnTo>
                <a:lnTo>
                  <a:pt x="3238200" y="491400"/>
                </a:lnTo>
                <a:lnTo>
                  <a:pt x="3700800" y="518400"/>
                </a:lnTo>
                <a:lnTo>
                  <a:pt x="4163400" y="534600"/>
                </a:lnTo>
                <a:lnTo>
                  <a:pt x="4626000" y="540000"/>
                </a:lnTo>
                <a:lnTo>
                  <a:pt x="5088600" y="534600"/>
                </a:lnTo>
                <a:lnTo>
                  <a:pt x="5551200" y="518400"/>
                </a:lnTo>
                <a:lnTo>
                  <a:pt x="6013800" y="491400"/>
                </a:lnTo>
                <a:lnTo>
                  <a:pt x="6476400" y="453600"/>
                </a:lnTo>
                <a:lnTo>
                  <a:pt x="6939000" y="405000"/>
                </a:lnTo>
                <a:lnTo>
                  <a:pt x="7401600" y="345600"/>
                </a:lnTo>
                <a:lnTo>
                  <a:pt x="7864200" y="275400"/>
                </a:lnTo>
                <a:lnTo>
                  <a:pt x="8326800" y="194400"/>
                </a:lnTo>
                <a:lnTo>
                  <a:pt x="8789400" y="102600"/>
                </a:lnTo>
                <a:lnTo>
                  <a:pt x="9252000" y="0"/>
                </a:lnTo>
              </a:path>
            </a:pathLst>
          </a:custGeom>
          <a:ln w="19050">
            <a:solidFill>
              <a:srgbClr val="4A2C1A"/>
            </a:solidFill>
            <a:prstDash val="solid"/>
          </a:ln>
        </p:spPr>
      </p:sp>
      <p:sp>
        <p:nvSpPr>
          <p:cNvPr id="5" name="Flag 3"/>
          <p:cNvSpPr/>
          <p:nvPr/>
        </p:nvSpPr>
        <p:spPr>
          <a:xfrm flipV="1">
            <a:off x="2064857" y="719702"/>
            <a:ext cx="468000" cy="468000"/>
          </a:xfrm>
          <a:prstGeom prst="triangle">
            <a:avLst/>
          </a:prstGeom>
          <a:solidFill>
            <a:srgbClr val="3FAE6A"/>
          </a:solidFill>
          <a:ln/>
        </p:spPr>
      </p:sp>
      <p:sp>
        <p:nvSpPr>
          <p:cNvPr id="6" name="Flag 4"/>
          <p:cNvSpPr/>
          <p:nvPr/>
        </p:nvSpPr>
        <p:spPr>
          <a:xfrm flipV="1">
            <a:off x="2674286" y="804049"/>
            <a:ext cx="468000" cy="468000"/>
          </a:xfrm>
          <a:prstGeom prst="triangle">
            <a:avLst/>
          </a:prstGeom>
          <a:solidFill>
            <a:srgbClr val="3B8FD9"/>
          </a:solidFill>
          <a:ln/>
        </p:spPr>
      </p:sp>
      <p:sp>
        <p:nvSpPr>
          <p:cNvPr id="7" name="Flag 5"/>
          <p:cNvSpPr/>
          <p:nvPr/>
        </p:nvSpPr>
        <p:spPr>
          <a:xfrm flipV="1">
            <a:off x="3283714" y="869653"/>
            <a:ext cx="468000" cy="468000"/>
          </a:xfrm>
          <a:prstGeom prst="triangle">
            <a:avLst/>
          </a:prstGeom>
          <a:solidFill>
            <a:srgbClr val="F08A24"/>
          </a:solidFill>
          <a:ln/>
        </p:spPr>
      </p:sp>
      <p:sp>
        <p:nvSpPr>
          <p:cNvPr id="8" name="Flag 6"/>
          <p:cNvSpPr/>
          <p:nvPr/>
        </p:nvSpPr>
        <p:spPr>
          <a:xfrm flipV="1">
            <a:off x="3893143" y="916512"/>
            <a:ext cx="468000" cy="468000"/>
          </a:xfrm>
          <a:prstGeom prst="triangle">
            <a:avLst/>
          </a:prstGeom>
          <a:solidFill>
            <a:srgbClr val="E46AA6"/>
          </a:solidFill>
          <a:ln/>
        </p:spPr>
      </p:sp>
      <p:sp>
        <p:nvSpPr>
          <p:cNvPr id="9" name="Flag 7"/>
          <p:cNvSpPr/>
          <p:nvPr/>
        </p:nvSpPr>
        <p:spPr>
          <a:xfrm flipV="1">
            <a:off x="4502571" y="944628"/>
            <a:ext cx="468000" cy="468000"/>
          </a:xfrm>
          <a:prstGeom prst="triangle">
            <a:avLst/>
          </a:prstGeom>
          <a:solidFill>
            <a:srgbClr val="E8483B"/>
          </a:solidFill>
          <a:ln/>
        </p:spPr>
      </p:sp>
      <p:sp>
        <p:nvSpPr>
          <p:cNvPr id="10" name="Flag 8"/>
          <p:cNvSpPr/>
          <p:nvPr/>
        </p:nvSpPr>
        <p:spPr>
          <a:xfrm flipV="1">
            <a:off x="5112000" y="954000"/>
            <a:ext cx="468000" cy="468000"/>
          </a:xfrm>
          <a:prstGeom prst="triangle">
            <a:avLst/>
          </a:prstGeom>
          <a:solidFill>
            <a:srgbClr val="F6C343"/>
          </a:solidFill>
          <a:ln/>
        </p:spPr>
      </p:sp>
      <p:sp>
        <p:nvSpPr>
          <p:cNvPr id="11" name="Flag 9"/>
          <p:cNvSpPr/>
          <p:nvPr/>
        </p:nvSpPr>
        <p:spPr>
          <a:xfrm flipV="1">
            <a:off x="5721429" y="944628"/>
            <a:ext cx="468000" cy="468000"/>
          </a:xfrm>
          <a:prstGeom prst="triangle">
            <a:avLst/>
          </a:prstGeom>
          <a:solidFill>
            <a:srgbClr val="3FAE6A"/>
          </a:solidFill>
          <a:ln/>
        </p:spPr>
      </p:sp>
      <p:sp>
        <p:nvSpPr>
          <p:cNvPr id="12" name="Flag 10"/>
          <p:cNvSpPr/>
          <p:nvPr/>
        </p:nvSpPr>
        <p:spPr>
          <a:xfrm flipV="1">
            <a:off x="6330857" y="916512"/>
            <a:ext cx="468000" cy="468000"/>
          </a:xfrm>
          <a:prstGeom prst="triangle">
            <a:avLst/>
          </a:prstGeom>
          <a:solidFill>
            <a:srgbClr val="3B8FD9"/>
          </a:solidFill>
          <a:ln/>
        </p:spPr>
      </p:sp>
      <p:sp>
        <p:nvSpPr>
          <p:cNvPr id="13" name="Flag 11"/>
          <p:cNvSpPr/>
          <p:nvPr/>
        </p:nvSpPr>
        <p:spPr>
          <a:xfrm flipV="1">
            <a:off x="6940286" y="869653"/>
            <a:ext cx="468000" cy="468000"/>
          </a:xfrm>
          <a:prstGeom prst="triangle">
            <a:avLst/>
          </a:prstGeom>
          <a:solidFill>
            <a:srgbClr val="F08A24"/>
          </a:solidFill>
          <a:ln/>
        </p:spPr>
      </p:sp>
      <p:sp>
        <p:nvSpPr>
          <p:cNvPr id="14" name="Flag 12"/>
          <p:cNvSpPr/>
          <p:nvPr/>
        </p:nvSpPr>
        <p:spPr>
          <a:xfrm flipV="1">
            <a:off x="7549714" y="804049"/>
            <a:ext cx="468000" cy="468000"/>
          </a:xfrm>
          <a:prstGeom prst="triangle">
            <a:avLst/>
          </a:prstGeom>
          <a:solidFill>
            <a:srgbClr val="E46AA6"/>
          </a:solidFill>
          <a:ln/>
        </p:spPr>
      </p:sp>
      <p:sp>
        <p:nvSpPr>
          <p:cNvPr id="15" name="Flag 13"/>
          <p:cNvSpPr/>
          <p:nvPr/>
        </p:nvSpPr>
        <p:spPr>
          <a:xfrm flipV="1">
            <a:off x="8159143" y="719702"/>
            <a:ext cx="468000" cy="468000"/>
          </a:xfrm>
          <a:prstGeom prst="triangle">
            <a:avLst/>
          </a:prstGeom>
          <a:solidFill>
            <a:srgbClr val="E8483B"/>
          </a:solidFill>
          <a:ln/>
        </p:spPr>
      </p:sp>
      <p:pic>
        <p:nvPicPr>
          <p:cNvPr id="16" name="Lantern left" descr="/tmp/claude-0/-home-user-openbanto/12dab3f3-386e-5a97-abc2-5c1464bb08ca/scratchpad/ppt/img/lant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504000"/>
            <a:ext cx="936000" cy="1497600"/>
          </a:xfrm>
          <a:prstGeom prst="rect">
            <a:avLst/>
          </a:prstGeom>
        </p:spPr>
      </p:pic>
      <p:pic>
        <p:nvPicPr>
          <p:cNvPr id="17" name="Lantern right" descr="/tmp/claude-0/-home-user-openbanto/12dab3f3-386e-5a97-abc2-5c1464bb08ca/scratchpad/ppt/img/lante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000" y="504000"/>
            <a:ext cx="936000" cy="1497600"/>
          </a:xfrm>
          <a:prstGeom prst="rect">
            <a:avLst/>
          </a:prstGeom>
        </p:spPr>
      </p:pic>
      <p:sp>
        <p:nvSpPr>
          <p:cNvPr id="18" name="Subtitle pill"/>
          <p:cNvSpPr/>
          <p:nvPr/>
        </p:nvSpPr>
        <p:spPr>
          <a:xfrm>
            <a:off x="3366000" y="1368000"/>
            <a:ext cx="3960000" cy="540000"/>
          </a:xfrm>
          <a:prstGeom prst="roundRect">
            <a:avLst>
              <a:gd name="adj" fmla="val 50000"/>
            </a:avLst>
          </a:prstGeom>
          <a:solidFill>
            <a:srgbClr val="E848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模擬店 メニュー</a:t>
            </a:r>
            <a:endParaRPr lang="en-US" sz="2800" dirty="0"/>
          </a:p>
        </p:txBody>
      </p:sp>
      <p:sp>
        <p:nvSpPr>
          <p:cNvPr id="19" name="Title"/>
          <p:cNvSpPr txBox="1"/>
          <p:nvPr/>
        </p:nvSpPr>
        <p:spPr>
          <a:xfrm>
            <a:off x="720000" y="2016000"/>
            <a:ext cx="9252000" cy="1080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2700000">
              <a:srgbClr val="F6C343">
                <a:alpha val="100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御幸一自治会まつり</a:t>
            </a:r>
            <a:endParaRPr lang="en-US" sz="6400" dirty="0"/>
          </a:p>
        </p:txBody>
      </p:sp>
      <p:sp>
        <p:nvSpPr>
          <p:cNvPr id="20" name="Year"/>
          <p:cNvSpPr txBox="1"/>
          <p:nvPr/>
        </p:nvSpPr>
        <p:spPr>
          <a:xfrm>
            <a:off x="2880000" y="3132000"/>
            <a:ext cx="4932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600" kern="0" dirty="0">
                <a:solidFill>
                  <a:srgbClr val="F6A623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★  </a:t>
            </a:r>
            <a:pPr algn="ctr" indent="0" marL="0">
              <a:buNone/>
            </a:pPr>
            <a:r>
              <a:rPr lang="en-US" sz="3800" spc="600" kern="0" dirty="0">
                <a:solidFill>
                  <a:srgbClr val="4A2C1A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2026</a:t>
            </a:r>
            <a:pPr algn="ctr" indent="0" marL="0">
              <a:buNone/>
            </a:pPr>
            <a:r>
              <a:rPr lang="en-US" sz="2400" spc="600" kern="0" dirty="0">
                <a:solidFill>
                  <a:srgbClr val="F6A623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  ★</a:t>
            </a:r>
            <a:endParaRPr lang="en-US" sz="3800" dirty="0"/>
          </a:p>
        </p:txBody>
      </p:sp>
      <p:sp>
        <p:nvSpPr>
          <p:cNvPr id="21" name="焼きそば card"/>
          <p:cNvSpPr/>
          <p:nvPr/>
        </p:nvSpPr>
        <p:spPr>
          <a:xfrm>
            <a:off x="792000" y="3852000"/>
            <a:ext cx="4446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22" name="焼きそば icon bg"/>
          <p:cNvSpPr/>
          <p:nvPr/>
        </p:nvSpPr>
        <p:spPr>
          <a:xfrm>
            <a:off x="936000" y="3978000"/>
            <a:ext cx="792000" cy="792000"/>
          </a:xfrm>
          <a:prstGeom prst="ellipse">
            <a:avLst/>
          </a:prstGeom>
          <a:solidFill>
            <a:srgbClr val="FFE1C2"/>
          </a:solidFill>
          <a:ln/>
        </p:spPr>
      </p:sp>
      <p:pic>
        <p:nvPicPr>
          <p:cNvPr id="23" name="焼きそば icon" descr="/tmp/claude-0/-home-user-openbanto/12dab3f3-386e-5a97-abc2-5c1464bb08ca/scratchpad/ppt/img/yakiso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4068000"/>
            <a:ext cx="612000" cy="612000"/>
          </a:xfrm>
          <a:prstGeom prst="rect">
            <a:avLst/>
          </a:prstGeom>
        </p:spPr>
      </p:pic>
      <p:sp>
        <p:nvSpPr>
          <p:cNvPr id="24" name="焼きそば name"/>
          <p:cNvSpPr txBox="1"/>
          <p:nvPr/>
        </p:nvSpPr>
        <p:spPr>
          <a:xfrm>
            <a:off x="1836000" y="3960000"/>
            <a:ext cx="196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焼きそば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1パック</a:t>
            </a:r>
            <a:endParaRPr lang="en-US" sz="2100" dirty="0"/>
          </a:p>
        </p:txBody>
      </p:sp>
      <p:sp>
        <p:nvSpPr>
          <p:cNvPr id="25" name="焼きそば price"/>
          <p:cNvSpPr txBox="1"/>
          <p:nvPr/>
        </p:nvSpPr>
        <p:spPr>
          <a:xfrm>
            <a:off x="3726000" y="3960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200</a:t>
            </a:r>
            <a:endParaRPr lang="en-US" sz="2200" dirty="0"/>
          </a:p>
        </p:txBody>
      </p:sp>
      <p:sp>
        <p:nvSpPr>
          <p:cNvPr id="26" name="けんちんうどん card"/>
          <p:cNvSpPr/>
          <p:nvPr/>
        </p:nvSpPr>
        <p:spPr>
          <a:xfrm>
            <a:off x="5454000" y="3852000"/>
            <a:ext cx="4446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27" name="けんちんうどん icon bg"/>
          <p:cNvSpPr/>
          <p:nvPr/>
        </p:nvSpPr>
        <p:spPr>
          <a:xfrm>
            <a:off x="5598000" y="3978000"/>
            <a:ext cx="792000" cy="792000"/>
          </a:xfrm>
          <a:prstGeom prst="ellipse">
            <a:avLst/>
          </a:prstGeom>
          <a:solidFill>
            <a:srgbClr val="FFE9B0"/>
          </a:solidFill>
          <a:ln/>
        </p:spPr>
      </p:sp>
      <p:pic>
        <p:nvPicPr>
          <p:cNvPr id="28" name="けんちんうどん icon" descr="/tmp/claude-0/-home-user-openbanto/12dab3f3-386e-5a97-abc2-5c1464bb08ca/scratchpad/ppt/img/ud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000" y="4068000"/>
            <a:ext cx="612000" cy="612000"/>
          </a:xfrm>
          <a:prstGeom prst="rect">
            <a:avLst/>
          </a:prstGeom>
        </p:spPr>
      </p:pic>
      <p:sp>
        <p:nvSpPr>
          <p:cNvPr id="29" name="けんちんうどん name"/>
          <p:cNvSpPr txBox="1"/>
          <p:nvPr/>
        </p:nvSpPr>
        <p:spPr>
          <a:xfrm>
            <a:off x="6498000" y="3960000"/>
            <a:ext cx="196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けんちんうどん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1杯</a:t>
            </a:r>
            <a:endParaRPr lang="en-US" sz="2100" dirty="0"/>
          </a:p>
        </p:txBody>
      </p:sp>
      <p:sp>
        <p:nvSpPr>
          <p:cNvPr id="30" name="けんちんうどん price"/>
          <p:cNvSpPr txBox="1"/>
          <p:nvPr/>
        </p:nvSpPr>
        <p:spPr>
          <a:xfrm>
            <a:off x="8388000" y="3960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200</a:t>
            </a:r>
            <a:endParaRPr lang="en-US" sz="2200" dirty="0"/>
          </a:p>
        </p:txBody>
      </p:sp>
      <p:sp>
        <p:nvSpPr>
          <p:cNvPr id="31" name="おにぎり card"/>
          <p:cNvSpPr/>
          <p:nvPr/>
        </p:nvSpPr>
        <p:spPr>
          <a:xfrm>
            <a:off x="792000" y="5076000"/>
            <a:ext cx="4446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32" name="おにぎり icon bg"/>
          <p:cNvSpPr/>
          <p:nvPr/>
        </p:nvSpPr>
        <p:spPr>
          <a:xfrm>
            <a:off x="936000" y="5202000"/>
            <a:ext cx="792000" cy="792000"/>
          </a:xfrm>
          <a:prstGeom prst="ellipse">
            <a:avLst/>
          </a:prstGeom>
          <a:solidFill>
            <a:srgbClr val="E3F2DD"/>
          </a:solidFill>
          <a:ln/>
        </p:spPr>
      </p:sp>
      <p:pic>
        <p:nvPicPr>
          <p:cNvPr id="33" name="おにぎり icon" descr="/tmp/claude-0/-home-user-openbanto/12dab3f3-386e-5a97-abc2-5c1464bb08ca/scratchpad/ppt/img/onigir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00" y="5292000"/>
            <a:ext cx="612000" cy="612000"/>
          </a:xfrm>
          <a:prstGeom prst="rect">
            <a:avLst/>
          </a:prstGeom>
        </p:spPr>
      </p:pic>
      <p:sp>
        <p:nvSpPr>
          <p:cNvPr id="34" name="おにぎり name"/>
          <p:cNvSpPr txBox="1"/>
          <p:nvPr/>
        </p:nvSpPr>
        <p:spPr>
          <a:xfrm>
            <a:off x="1836000" y="5184000"/>
            <a:ext cx="196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おにぎり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2個入り</a:t>
            </a:r>
            <a:endParaRPr lang="en-US" sz="2100" dirty="0"/>
          </a:p>
        </p:txBody>
      </p:sp>
      <p:sp>
        <p:nvSpPr>
          <p:cNvPr id="35" name="おにぎり price"/>
          <p:cNvSpPr txBox="1"/>
          <p:nvPr/>
        </p:nvSpPr>
        <p:spPr>
          <a:xfrm>
            <a:off x="3726000" y="5184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300</a:t>
            </a:r>
            <a:endParaRPr lang="en-US" sz="2200" dirty="0"/>
          </a:p>
        </p:txBody>
      </p:sp>
      <p:sp>
        <p:nvSpPr>
          <p:cNvPr id="36" name="フランクフルト card"/>
          <p:cNvSpPr/>
          <p:nvPr/>
        </p:nvSpPr>
        <p:spPr>
          <a:xfrm>
            <a:off x="5454000" y="5076000"/>
            <a:ext cx="4446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37" name="フランクフルト icon bg"/>
          <p:cNvSpPr/>
          <p:nvPr/>
        </p:nvSpPr>
        <p:spPr>
          <a:xfrm>
            <a:off x="5598000" y="5202000"/>
            <a:ext cx="792000" cy="792000"/>
          </a:xfrm>
          <a:prstGeom prst="ellipse">
            <a:avLst/>
          </a:prstGeom>
          <a:solidFill>
            <a:srgbClr val="FFD6D0"/>
          </a:solidFill>
          <a:ln/>
        </p:spPr>
      </p:sp>
      <p:pic>
        <p:nvPicPr>
          <p:cNvPr id="38" name="フランクフルト icon" descr="/tmp/claude-0/-home-user-openbanto/12dab3f3-386e-5a97-abc2-5c1464bb08ca/scratchpad/ppt/img/fra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8000" y="5292000"/>
            <a:ext cx="612000" cy="612000"/>
          </a:xfrm>
          <a:prstGeom prst="rect">
            <a:avLst/>
          </a:prstGeom>
        </p:spPr>
      </p:pic>
      <p:sp>
        <p:nvSpPr>
          <p:cNvPr id="39" name="フランクフルト name"/>
          <p:cNvSpPr txBox="1"/>
          <p:nvPr/>
        </p:nvSpPr>
        <p:spPr>
          <a:xfrm>
            <a:off x="6498000" y="5184000"/>
            <a:ext cx="196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フランクフルト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1本</a:t>
            </a:r>
            <a:endParaRPr lang="en-US" sz="2100" dirty="0"/>
          </a:p>
        </p:txBody>
      </p:sp>
      <p:sp>
        <p:nvSpPr>
          <p:cNvPr id="40" name="フランクフルト price"/>
          <p:cNvSpPr txBox="1"/>
          <p:nvPr/>
        </p:nvSpPr>
        <p:spPr>
          <a:xfrm>
            <a:off x="8388000" y="5184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100</a:t>
            </a:r>
            <a:endParaRPr lang="en-US" sz="2200" dirty="0"/>
          </a:p>
        </p:txBody>
      </p:sp>
      <p:sp>
        <p:nvSpPr>
          <p:cNvPr id="41" name="わたあめ card"/>
          <p:cNvSpPr/>
          <p:nvPr/>
        </p:nvSpPr>
        <p:spPr>
          <a:xfrm>
            <a:off x="792000" y="6300000"/>
            <a:ext cx="4446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42" name="わたあめ icon bg"/>
          <p:cNvSpPr/>
          <p:nvPr/>
        </p:nvSpPr>
        <p:spPr>
          <a:xfrm>
            <a:off x="936000" y="6426000"/>
            <a:ext cx="792000" cy="792000"/>
          </a:xfrm>
          <a:prstGeom prst="ellipse">
            <a:avLst/>
          </a:prstGeom>
          <a:solidFill>
            <a:srgbClr val="FFE0F0"/>
          </a:solidFill>
          <a:ln/>
        </p:spPr>
      </p:sp>
      <p:pic>
        <p:nvPicPr>
          <p:cNvPr id="43" name="わたあめ icon" descr="/tmp/claude-0/-home-user-openbanto/12dab3f3-386e-5a97-abc2-5c1464bb08ca/scratchpad/ppt/img/wa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000" y="6516000"/>
            <a:ext cx="612000" cy="612000"/>
          </a:xfrm>
          <a:prstGeom prst="rect">
            <a:avLst/>
          </a:prstGeom>
        </p:spPr>
      </p:pic>
      <p:sp>
        <p:nvSpPr>
          <p:cNvPr id="44" name="わたあめ name"/>
          <p:cNvSpPr txBox="1"/>
          <p:nvPr/>
        </p:nvSpPr>
        <p:spPr>
          <a:xfrm>
            <a:off x="1836000" y="6408000"/>
            <a:ext cx="196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わたあめ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1つ</a:t>
            </a:r>
            <a:endParaRPr lang="en-US" sz="2100" dirty="0"/>
          </a:p>
        </p:txBody>
      </p:sp>
      <p:sp>
        <p:nvSpPr>
          <p:cNvPr id="45" name="わたあめ price"/>
          <p:cNvSpPr txBox="1"/>
          <p:nvPr/>
        </p:nvSpPr>
        <p:spPr>
          <a:xfrm>
            <a:off x="3726000" y="6408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100</a:t>
            </a:r>
            <a:endParaRPr lang="en-US" sz="2200" dirty="0"/>
          </a:p>
        </p:txBody>
      </p:sp>
      <p:sp>
        <p:nvSpPr>
          <p:cNvPr id="46" name="ソフトドリンク card"/>
          <p:cNvSpPr/>
          <p:nvPr/>
        </p:nvSpPr>
        <p:spPr>
          <a:xfrm>
            <a:off x="5454000" y="6300000"/>
            <a:ext cx="4446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47" name="ソフトドリンク icon bg"/>
          <p:cNvSpPr/>
          <p:nvPr/>
        </p:nvSpPr>
        <p:spPr>
          <a:xfrm>
            <a:off x="5598000" y="6426000"/>
            <a:ext cx="792000" cy="792000"/>
          </a:xfrm>
          <a:prstGeom prst="ellipse">
            <a:avLst/>
          </a:prstGeom>
          <a:solidFill>
            <a:srgbClr val="D9EEFC"/>
          </a:solidFill>
          <a:ln/>
        </p:spPr>
      </p:sp>
      <p:pic>
        <p:nvPicPr>
          <p:cNvPr id="48" name="ソフトドリンク icon" descr="/tmp/claude-0/-home-user-openbanto/12dab3f3-386e-5a97-abc2-5c1464bb08ca/scratchpad/ppt/img/dr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8000" y="6516000"/>
            <a:ext cx="612000" cy="612000"/>
          </a:xfrm>
          <a:prstGeom prst="rect">
            <a:avLst/>
          </a:prstGeom>
        </p:spPr>
      </p:pic>
      <p:sp>
        <p:nvSpPr>
          <p:cNvPr id="49" name="ソフトドリンク name"/>
          <p:cNvSpPr txBox="1"/>
          <p:nvPr/>
        </p:nvSpPr>
        <p:spPr>
          <a:xfrm>
            <a:off x="6498000" y="6408000"/>
            <a:ext cx="196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ソフトドリンク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1本</a:t>
            </a:r>
            <a:endParaRPr lang="en-US" sz="2100" dirty="0"/>
          </a:p>
        </p:txBody>
      </p:sp>
      <p:sp>
        <p:nvSpPr>
          <p:cNvPr id="50" name="ソフトドリンク price"/>
          <p:cNvSpPr txBox="1"/>
          <p:nvPr/>
        </p:nvSpPr>
        <p:spPr>
          <a:xfrm>
            <a:off x="8388000" y="6408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100</a:t>
            </a:r>
            <a:endParaRPr lang="en-US" sz="2200" dirty="0"/>
          </a:p>
        </p:txBody>
      </p:sp>
      <p:sp>
        <p:nvSpPr>
          <p:cNvPr id="51" name="生ビール card"/>
          <p:cNvSpPr/>
          <p:nvPr/>
        </p:nvSpPr>
        <p:spPr>
          <a:xfrm>
            <a:off x="792000" y="7524000"/>
            <a:ext cx="9108000" cy="104400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38100">
            <a:solidFill>
              <a:srgbClr val="4A2C1A"/>
            </a:solidFill>
            <a:prstDash val="solid"/>
          </a:ln>
          <a:effectLst>
            <a:outerShdw sx="100000" sy="100000" kx="0" ky="0" algn="bl" rotWithShape="0" blurRad="101600" dist="50800" dir="2700000">
              <a:srgbClr val="4A2C1A">
                <a:alpha val="100000"/>
              </a:srgbClr>
            </a:outerShdw>
          </a:effectLst>
        </p:spPr>
      </p:sp>
      <p:sp>
        <p:nvSpPr>
          <p:cNvPr id="52" name="生ビール icon bg"/>
          <p:cNvSpPr/>
          <p:nvPr/>
        </p:nvSpPr>
        <p:spPr>
          <a:xfrm>
            <a:off x="936000" y="7650000"/>
            <a:ext cx="792000" cy="792000"/>
          </a:xfrm>
          <a:prstGeom prst="ellipse">
            <a:avLst/>
          </a:prstGeom>
          <a:solidFill>
            <a:srgbClr val="FFF0B3"/>
          </a:solidFill>
          <a:ln/>
        </p:spPr>
      </p:sp>
      <p:pic>
        <p:nvPicPr>
          <p:cNvPr id="53" name="生ビール icon" descr="/tmp/claude-0/-home-user-openbanto/12dab3f3-386e-5a97-abc2-5c1464bb08ca/scratchpad/ppt/img/be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000" y="7740000"/>
            <a:ext cx="612000" cy="612000"/>
          </a:xfrm>
          <a:prstGeom prst="rect">
            <a:avLst/>
          </a:prstGeom>
        </p:spPr>
      </p:pic>
      <p:sp>
        <p:nvSpPr>
          <p:cNvPr id="54" name="生ビール name"/>
          <p:cNvSpPr txBox="1"/>
          <p:nvPr/>
        </p:nvSpPr>
        <p:spPr>
          <a:xfrm>
            <a:off x="1836000" y="7632000"/>
            <a:ext cx="6624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生ビール</a:t>
            </a:r>
            <a:endParaRPr lang="en-US" sz="2100" dirty="0"/>
          </a:p>
          <a:p>
            <a:pPr indent="0" marL="0">
              <a:buNone/>
            </a:pPr>
            <a:r>
              <a:rPr lang="en-US" sz="1200" dirty="0">
                <a:solidFill>
                  <a:srgbClr val="A0715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キンキンに冷えてます！</a:t>
            </a:r>
            <a:endParaRPr lang="en-US" sz="2100" dirty="0"/>
          </a:p>
        </p:txBody>
      </p:sp>
      <p:sp>
        <p:nvSpPr>
          <p:cNvPr id="55" name="生ビール price"/>
          <p:cNvSpPr txBox="1"/>
          <p:nvPr/>
        </p:nvSpPr>
        <p:spPr>
          <a:xfrm>
            <a:off x="8388000" y="7632000"/>
            <a:ext cx="1368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¥</a:t>
            </a:r>
            <a:pPr algn="r" indent="0" marL="0">
              <a:buNone/>
            </a:pPr>
            <a:r>
              <a:rPr lang="en-US" sz="3600" dirty="0">
                <a:solidFill>
                  <a:srgbClr val="E8483B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300</a:t>
            </a:r>
            <a:endParaRPr lang="en-US" sz="2200" dirty="0"/>
          </a:p>
        </p:txBody>
      </p:sp>
      <p:sp>
        <p:nvSpPr>
          <p:cNvPr id="56" name="Age badge"/>
          <p:cNvSpPr/>
          <p:nvPr/>
        </p:nvSpPr>
        <p:spPr>
          <a:xfrm>
            <a:off x="7668000" y="7398000"/>
            <a:ext cx="1656000" cy="252000"/>
          </a:xfrm>
          <a:prstGeom prst="roundRect">
            <a:avLst>
              <a:gd name="adj" fmla="val 35714"/>
            </a:avLst>
          </a:prstGeom>
          <a:solidFill>
            <a:srgbClr val="3B8F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20歳以上の方のみ</a:t>
            </a:r>
            <a:endParaRPr lang="en-US" sz="1200" dirty="0"/>
          </a:p>
        </p:txBody>
      </p:sp>
      <p:sp>
        <p:nvSpPr>
          <p:cNvPr id="57" name="Note"/>
          <p:cNvSpPr txBox="1"/>
          <p:nvPr/>
        </p:nvSpPr>
        <p:spPr>
          <a:xfrm>
            <a:off x="792000" y="8712000"/>
            <a:ext cx="910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5A3C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※ なくなり次第終了となります。お早めにどうぞ！</a:t>
            </a:r>
            <a:endParaRPr lang="en-US" sz="1500" dirty="0"/>
          </a:p>
        </p:txBody>
      </p:sp>
      <p:sp>
        <p:nvSpPr>
          <p:cNvPr id="58" name="Games box"/>
          <p:cNvSpPr/>
          <p:nvPr/>
        </p:nvSpPr>
        <p:spPr>
          <a:xfrm>
            <a:off x="792000" y="9432000"/>
            <a:ext cx="9108000" cy="352800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38100">
            <a:solidFill>
              <a:srgbClr val="E8483B"/>
            </a:solidFill>
            <a:prstDash val="dash"/>
          </a:ln>
        </p:spPr>
      </p:sp>
      <p:sp>
        <p:nvSpPr>
          <p:cNvPr id="59" name="Games title pill"/>
          <p:cNvSpPr/>
          <p:nvPr/>
        </p:nvSpPr>
        <p:spPr>
          <a:xfrm>
            <a:off x="3186000" y="9144000"/>
            <a:ext cx="4320000" cy="576000"/>
          </a:xfrm>
          <a:prstGeom prst="roundRect">
            <a:avLst>
              <a:gd name="adj" fmla="val 21875"/>
            </a:avLst>
          </a:prstGeom>
          <a:solidFill>
            <a:srgbClr val="3FAE6A"/>
          </a:solidFill>
          <a:ln/>
          <a:effectLst>
            <a:outerShdw sx="100000" sy="100000" kx="0" ky="0" algn="bl" rotWithShape="0" blurRad="101600" dist="50800" dir="5400000">
              <a:srgbClr val="2B7F4C">
                <a:alpha val="100000"/>
              </a:srgbClr>
            </a:outerShdw>
          </a:effectLst>
        </p:spPr>
      </p:sp>
      <p:pic>
        <p:nvPicPr>
          <p:cNvPr id="60" name="Party left" descr="/tmp/claude-0/-home-user-openbanto/12dab3f3-386e-5a97-abc2-5c1464bb08ca/scratchpad/ppt/img/part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8000" y="9216000"/>
            <a:ext cx="432000" cy="432000"/>
          </a:xfrm>
          <a:prstGeom prst="rect">
            <a:avLst/>
          </a:prstGeom>
        </p:spPr>
      </p:pic>
      <p:pic>
        <p:nvPicPr>
          <p:cNvPr id="61" name="Party right" descr="/tmp/claude-0/-home-user-openbanto/12dab3f3-386e-5a97-abc2-5c1464bb08ca/scratchpad/ppt/img/par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000" y="9216000"/>
            <a:ext cx="432000" cy="432000"/>
          </a:xfrm>
          <a:prstGeom prst="rect">
            <a:avLst/>
          </a:prstGeom>
        </p:spPr>
      </p:pic>
      <p:sp>
        <p:nvSpPr>
          <p:cNvPr id="62" name="Games title"/>
          <p:cNvSpPr txBox="1"/>
          <p:nvPr/>
        </p:nvSpPr>
        <p:spPr>
          <a:xfrm>
            <a:off x="3780000" y="9144000"/>
            <a:ext cx="3132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HGS創英角ﾎﾟｯﾌﾟ体" pitchFamily="34" charset="0"/>
                <a:ea typeface="HGS創英角ﾎﾟｯﾌﾟ体" pitchFamily="34" charset="-122"/>
                <a:cs typeface="HGS創英角ﾎﾟｯﾌﾟ体" pitchFamily="34" charset="-120"/>
              </a:rPr>
              <a:t>ゲーム・余興</a:t>
            </a:r>
            <a:endParaRPr lang="en-US" sz="3400" dirty="0"/>
          </a:p>
        </p:txBody>
      </p:sp>
      <p:sp>
        <p:nvSpPr>
          <p:cNvPr id="63" name="ビンゴゲーム tile"/>
          <p:cNvSpPr/>
          <p:nvPr/>
        </p:nvSpPr>
        <p:spPr>
          <a:xfrm>
            <a:off x="1044000" y="9936000"/>
            <a:ext cx="2700000" cy="1728000"/>
          </a:xfrm>
          <a:prstGeom prst="roundRect">
            <a:avLst>
              <a:gd name="adj" fmla="val 12500"/>
            </a:avLst>
          </a:prstGeom>
          <a:solidFill>
            <a:srgbClr val="FFF3D6"/>
          </a:solidFill>
          <a:ln/>
        </p:spPr>
      </p:sp>
      <p:pic>
        <p:nvPicPr>
          <p:cNvPr id="64" name="ビンゴゲーム icon" descr="/tmp/claude-0/-home-user-openbanto/12dab3f3-386e-5a97-abc2-5c1464bb08ca/scratchpad/ppt/img/bing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2000" y="10044000"/>
            <a:ext cx="504000" cy="504000"/>
          </a:xfrm>
          <a:prstGeom prst="rect">
            <a:avLst/>
          </a:prstGeom>
        </p:spPr>
      </p:pic>
      <p:sp>
        <p:nvSpPr>
          <p:cNvPr id="65" name="ビンゴゲーム name"/>
          <p:cNvSpPr txBox="1"/>
          <p:nvPr/>
        </p:nvSpPr>
        <p:spPr>
          <a:xfrm>
            <a:off x="1116000" y="10584000"/>
            <a:ext cx="255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ビンゴゲーム</a:t>
            </a:r>
            <a:endParaRPr lang="en-US" sz="2000" dirty="0"/>
          </a:p>
        </p:txBody>
      </p:sp>
      <p:sp>
        <p:nvSpPr>
          <p:cNvPr id="66" name="ビンゴゲーム free"/>
          <p:cNvSpPr/>
          <p:nvPr/>
        </p:nvSpPr>
        <p:spPr>
          <a:xfrm>
            <a:off x="1818000" y="11052000"/>
            <a:ext cx="1152000" cy="324000"/>
          </a:xfrm>
          <a:prstGeom prst="roundRect">
            <a:avLst>
              <a:gd name="adj" fmla="val 50000"/>
            </a:avLst>
          </a:prstGeom>
          <a:solidFill>
            <a:srgbClr val="E848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参加無料</a:t>
            </a:r>
            <a:endParaRPr lang="en-US" sz="1500" dirty="0"/>
          </a:p>
        </p:txBody>
      </p:sp>
      <p:sp>
        <p:nvSpPr>
          <p:cNvPr id="67" name="射的 tile"/>
          <p:cNvSpPr/>
          <p:nvPr/>
        </p:nvSpPr>
        <p:spPr>
          <a:xfrm>
            <a:off x="3996000" y="9936000"/>
            <a:ext cx="2700000" cy="1728000"/>
          </a:xfrm>
          <a:prstGeom prst="roundRect">
            <a:avLst>
              <a:gd name="adj" fmla="val 12500"/>
            </a:avLst>
          </a:prstGeom>
          <a:solidFill>
            <a:srgbClr val="FFF3D6"/>
          </a:solidFill>
          <a:ln/>
        </p:spPr>
      </p:sp>
      <p:pic>
        <p:nvPicPr>
          <p:cNvPr id="68" name="射的 icon" descr="/tmp/claude-0/-home-user-openbanto/12dab3f3-386e-5a97-abc2-5c1464bb08ca/scratchpad/ppt/img/shateki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4000" y="10044000"/>
            <a:ext cx="504000" cy="504000"/>
          </a:xfrm>
          <a:prstGeom prst="rect">
            <a:avLst/>
          </a:prstGeom>
        </p:spPr>
      </p:pic>
      <p:sp>
        <p:nvSpPr>
          <p:cNvPr id="69" name="射的 name"/>
          <p:cNvSpPr txBox="1"/>
          <p:nvPr/>
        </p:nvSpPr>
        <p:spPr>
          <a:xfrm>
            <a:off x="4068000" y="10584000"/>
            <a:ext cx="255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射的</a:t>
            </a:r>
            <a:endParaRPr lang="en-US" sz="2000" dirty="0"/>
          </a:p>
        </p:txBody>
      </p:sp>
      <p:sp>
        <p:nvSpPr>
          <p:cNvPr id="70" name="射的 free"/>
          <p:cNvSpPr/>
          <p:nvPr/>
        </p:nvSpPr>
        <p:spPr>
          <a:xfrm>
            <a:off x="4770000" y="11052000"/>
            <a:ext cx="1152000" cy="324000"/>
          </a:xfrm>
          <a:prstGeom prst="roundRect">
            <a:avLst>
              <a:gd name="adj" fmla="val 50000"/>
            </a:avLst>
          </a:prstGeom>
          <a:solidFill>
            <a:srgbClr val="E848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参加無料</a:t>
            </a:r>
            <a:endParaRPr lang="en-US" sz="1500" dirty="0"/>
          </a:p>
        </p:txBody>
      </p:sp>
      <p:sp>
        <p:nvSpPr>
          <p:cNvPr id="71" name="ホールインワン tile"/>
          <p:cNvSpPr/>
          <p:nvPr/>
        </p:nvSpPr>
        <p:spPr>
          <a:xfrm>
            <a:off x="6948000" y="9936000"/>
            <a:ext cx="2700000" cy="1728000"/>
          </a:xfrm>
          <a:prstGeom prst="roundRect">
            <a:avLst>
              <a:gd name="adj" fmla="val 12500"/>
            </a:avLst>
          </a:prstGeom>
          <a:solidFill>
            <a:srgbClr val="FFF3D6"/>
          </a:solidFill>
          <a:ln/>
        </p:spPr>
      </p:sp>
      <p:pic>
        <p:nvPicPr>
          <p:cNvPr id="72" name="ホールインワン icon" descr="/tmp/claude-0/-home-user-openbanto/12dab3f3-386e-5a97-abc2-5c1464bb08ca/scratchpad/ppt/img/gol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6000" y="10044000"/>
            <a:ext cx="504000" cy="504000"/>
          </a:xfrm>
          <a:prstGeom prst="rect">
            <a:avLst/>
          </a:prstGeom>
        </p:spPr>
      </p:pic>
      <p:sp>
        <p:nvSpPr>
          <p:cNvPr id="73" name="ホールインワン name"/>
          <p:cNvSpPr txBox="1"/>
          <p:nvPr/>
        </p:nvSpPr>
        <p:spPr>
          <a:xfrm>
            <a:off x="7020000" y="10584000"/>
            <a:ext cx="255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ホールインワン</a:t>
            </a:r>
            <a:endParaRPr lang="en-US" sz="2000" dirty="0"/>
          </a:p>
        </p:txBody>
      </p:sp>
      <p:sp>
        <p:nvSpPr>
          <p:cNvPr id="74" name="ホールインワン free"/>
          <p:cNvSpPr/>
          <p:nvPr/>
        </p:nvSpPr>
        <p:spPr>
          <a:xfrm>
            <a:off x="7722000" y="11052000"/>
            <a:ext cx="1152000" cy="324000"/>
          </a:xfrm>
          <a:prstGeom prst="roundRect">
            <a:avLst>
              <a:gd name="adj" fmla="val 50000"/>
            </a:avLst>
          </a:prstGeom>
          <a:solidFill>
            <a:srgbClr val="E848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参加無料</a:t>
            </a:r>
            <a:endParaRPr lang="en-US" sz="1500" dirty="0"/>
          </a:p>
        </p:txBody>
      </p:sp>
      <p:sp>
        <p:nvSpPr>
          <p:cNvPr id="75" name="スコップ三味線 tile"/>
          <p:cNvSpPr/>
          <p:nvPr/>
        </p:nvSpPr>
        <p:spPr>
          <a:xfrm>
            <a:off x="1044000" y="11844000"/>
            <a:ext cx="4176000" cy="864000"/>
          </a:xfrm>
          <a:prstGeom prst="roundRect">
            <a:avLst>
              <a:gd name="adj" fmla="val 25000"/>
            </a:avLst>
          </a:prstGeom>
          <a:solidFill>
            <a:srgbClr val="E7F5EC"/>
          </a:solidFill>
          <a:ln/>
        </p:spPr>
      </p:sp>
      <p:pic>
        <p:nvPicPr>
          <p:cNvPr id="76" name="スコップ三味線 icon" descr="/tmp/claude-0/-home-user-openbanto/12dab3f3-386e-5a97-abc2-5c1464bb08ca/scratchpad/ppt/img/shami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4000" y="11988000"/>
            <a:ext cx="576000" cy="576000"/>
          </a:xfrm>
          <a:prstGeom prst="rect">
            <a:avLst/>
          </a:prstGeom>
        </p:spPr>
      </p:pic>
      <p:sp>
        <p:nvSpPr>
          <p:cNvPr id="77" name="スコップ三味線 text"/>
          <p:cNvSpPr txBox="1"/>
          <p:nvPr/>
        </p:nvSpPr>
        <p:spPr>
          <a:xfrm>
            <a:off x="1944000" y="11916000"/>
            <a:ext cx="3132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スコップ三味線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B7F4C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寿会のみなさん</a:t>
            </a:r>
            <a:endParaRPr lang="en-US" sz="2000" dirty="0"/>
          </a:p>
        </p:txBody>
      </p:sp>
      <p:sp>
        <p:nvSpPr>
          <p:cNvPr id="78" name="民謡踊り tile"/>
          <p:cNvSpPr/>
          <p:nvPr/>
        </p:nvSpPr>
        <p:spPr>
          <a:xfrm>
            <a:off x="5472000" y="11844000"/>
            <a:ext cx="4176000" cy="864000"/>
          </a:xfrm>
          <a:prstGeom prst="roundRect">
            <a:avLst>
              <a:gd name="adj" fmla="val 25000"/>
            </a:avLst>
          </a:prstGeom>
          <a:solidFill>
            <a:srgbClr val="E7F5EC"/>
          </a:solidFill>
          <a:ln/>
        </p:spPr>
      </p:sp>
      <p:pic>
        <p:nvPicPr>
          <p:cNvPr id="79" name="民謡踊り icon" descr="/tmp/claude-0/-home-user-openbanto/12dab3f3-386e-5a97-abc2-5c1464bb08ca/scratchpad/ppt/img/odori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52000" y="11988000"/>
            <a:ext cx="576000" cy="576000"/>
          </a:xfrm>
          <a:prstGeom prst="rect">
            <a:avLst/>
          </a:prstGeom>
        </p:spPr>
      </p:pic>
      <p:sp>
        <p:nvSpPr>
          <p:cNvPr id="80" name="民謡踊り text"/>
          <p:cNvSpPr txBox="1"/>
          <p:nvPr/>
        </p:nvSpPr>
        <p:spPr>
          <a:xfrm>
            <a:off x="6372000" y="11916000"/>
            <a:ext cx="3132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2C1A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民謡踊り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B7F4C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みんなで踊ろう！</a:t>
            </a:r>
            <a:endParaRPr lang="en-US" sz="2000" dirty="0"/>
          </a:p>
        </p:txBody>
      </p:sp>
      <p:sp>
        <p:nvSpPr>
          <p:cNvPr id="81" name="Footer"/>
          <p:cNvSpPr txBox="1"/>
          <p:nvPr/>
        </p:nvSpPr>
        <p:spPr>
          <a:xfrm>
            <a:off x="792000" y="13680000"/>
            <a:ext cx="910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483B"/>
                </a:solidFill>
                <a:latin typeface="HG丸ｺﾞｼｯｸM-PRO" pitchFamily="34" charset="0"/>
                <a:ea typeface="HG丸ｺﾞｼｯｸM-PRO" pitchFamily="34" charset="-122"/>
                <a:cs typeface="HG丸ｺﾞｼｯｸM-PRO" pitchFamily="34" charset="-120"/>
              </a:rPr>
              <a:t>みなさまのお越しをお待ちしています♪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GS創英角ﾎﾟｯﾌﾟ体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G丸ｺﾞｼｯｸM-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御幸一自治会まつり 2026 価格表</dc:title>
  <dc:subject>PptxGenJS Presentation</dc:subject>
  <dc:creator>PptxGenJS</dc:creator>
  <cp:lastModifiedBy>PptxGenJS</cp:lastModifiedBy>
  <cp:revision>1</cp:revision>
  <dcterms:created xsi:type="dcterms:W3CDTF">2026-10-11T09:03:32Z</dcterms:created>
  <dcterms:modified xsi:type="dcterms:W3CDTF">2026-10-11T09:03:32Z</dcterms:modified>
</cp:coreProperties>
</file>